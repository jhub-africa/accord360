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9443312631418880_2079468253459165184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9443312631418880_2079468253459165184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9443312631418880_2079468253459165184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9443312631418880_2079468253459165184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9443312631418880_2079468253459165184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9443312631418880_2079468253459165184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9443312631418880_2079468253459165184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9443312631418880_2079468253459165184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9443312631418880_2079468253459165184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9443312631418880_2079468253459165184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